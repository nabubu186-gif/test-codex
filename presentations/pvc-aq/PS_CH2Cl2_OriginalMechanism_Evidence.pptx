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本页左侧完整保留Su等论文Figure 5J的原文机理图，不改变结构、箭头和作者表述。右上为Figure 5A–B中PBN自旋捕获的实验谱和模拟谱，作者将其中信号归属于PBN–Cl自由基与PBN–RO自由基加合物；这是作者的EPR归属证据。右下为Figure 2D，由GPC结果得到Mn、Mw和分散系数变化；正文报告Mn从75.1降至1.2 kDa、Mw从208.4降至1.3 kDa。完整GPC洗脱曲线位于补充材料Figures S13、S14，当前上传正文未包含，因此本页不伪造曲线。该研究证明PS/二氯甲烷体系中含氯介质和活性物种可能促进聚合物光裂解，但研究对象不是PVC，且体系中没有EAQ，结论需要在本课题重新验证。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理论可行性：含氯介质可驱动聚合物光裂解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PS / CH₂Cl₂ 无外加光催化剂：原文机理、GPC 降链与 PBN–EPR 活性物种证据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Su et al., Angew. Chem. Int. Ed. 2026, e5578835. DOI: 10.1002/anie.5578835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35024"/>
            <a:ext cx="7543800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438144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3255263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原文机理｜PS / CH₂Cl₂ 光裂解</a:t>
            </a:r>
          </a:p>
        </p:txBody>
      </p:sp>
      <p:pic>
        <p:nvPicPr>
          <p:cNvPr id="10" name="Picture 9" descr="mechanism_fig5j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057400"/>
            <a:ext cx="7059168" cy="1399032"/>
          </a:xfrm>
          <a:prstGeom prst="rect">
            <a:avLst/>
          </a:prstGeom>
          <a:effectLst/>
        </p:spPr>
      </p:pic>
      <p:sp>
        <p:nvSpPr>
          <p:cNvPr id="11" name="Rounded Rectangle 10"/>
          <p:cNvSpPr/>
          <p:nvPr/>
        </p:nvSpPr>
        <p:spPr>
          <a:xfrm>
            <a:off x="566928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无外加光催化剂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CH₂Cl₂ + O₂ + hν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31720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9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活性物种参与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¹O₂ / O₂•⁻ / Cl•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79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6511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1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氧化并断链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1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C–H / C–C cleavage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05271" y="4334256"/>
            <a:ext cx="210312" cy="0"/>
          </a:xfrm>
          <a:prstGeom prst="line">
            <a:avLst/>
          </a:prstGeom>
          <a:ln w="2032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61304" y="3977639"/>
            <a:ext cx="1481328" cy="7132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4" y="4105656"/>
            <a:ext cx="138988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20" b="1">
                <a:solidFill>
                  <a:srgbClr val="063584"/>
                </a:solidFill>
                <a:latin typeface="Microsoft YaHei"/>
              </a:defRPr>
            </a:pPr>
            <a:r>
              <a:t>芳香产物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4398264"/>
            <a:ext cx="1389888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90" b="0">
                <a:solidFill>
                  <a:srgbClr val="566273"/>
                </a:solidFill>
                <a:latin typeface="Arial"/>
              </a:defRPr>
            </a:pPr>
            <a:r>
              <a:t>C₆–C₈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10912"/>
            <a:ext cx="6839712" cy="4389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111111"/>
                </a:solidFill>
                <a:latin typeface="Microsoft YaHei"/>
              </a:defRPr>
            </a:pPr>
            <a:r>
              <a:t>作者提出两条耦合路径：CH₂Cl₂/O₂ 在光照下提供活性物种；PS 氧化中间体进一步吸光并促进后续断链。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1335024"/>
            <a:ext cx="3794760" cy="22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57031" y="1499616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563624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Cl· 证据｜PBN–EPR（Fig. 5A–B）</a:t>
            </a:r>
          </a:p>
        </p:txBody>
      </p:sp>
      <p:pic>
        <p:nvPicPr>
          <p:cNvPr id="30" name="Picture 29" descr="epr_fig5ab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920240"/>
            <a:ext cx="3383280" cy="1307592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8266175" y="3383280"/>
            <a:ext cx="3419856" cy="14630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实验谱与 PBN–Cl· 模拟谱相符；作者据此归属 Cl·。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2" y="3685032"/>
            <a:ext cx="3794760" cy="2185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7031" y="3840480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3904488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降链证据｜GPC 结果（Fig. 2D）</a:t>
            </a:r>
          </a:p>
        </p:txBody>
      </p:sp>
      <p:pic>
        <p:nvPicPr>
          <p:cNvPr id="35" name="Picture 34" descr="gpc_fig2d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4251960"/>
            <a:ext cx="2606040" cy="1353312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8284464" y="5605272"/>
            <a:ext cx="33832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Mₙ 75.1→1.2 kDa；Mᵥ 208.4→1.3 kDa。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文献启发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6099048"/>
            <a:ext cx="950976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90" b="1">
                <a:solidFill>
                  <a:srgbClr val="C00000"/>
                </a:solidFill>
                <a:latin typeface="Microsoft YaHei"/>
              </a:defRPr>
            </a:pPr>
            <a:r>
              <a:t>GPC 证实 PS 降链，PBN–EPR 支持 Cl· 生成：“含氯介质—活性物种—聚合物断裂”具有可行性，为引入 EAQ 提供依据。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