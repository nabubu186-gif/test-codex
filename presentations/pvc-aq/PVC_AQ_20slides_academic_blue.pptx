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003F8F"/>
            </a:solidFill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各位老师好，本次汇报围绕乙基蒽醌参与的 PVC 光化学转化展开。目前课题仍在探索阶段，已有氯代烷烃模型反应和 PVC 初步红外表征，还没有建立得到充分验证的降解体系。我会先说明选择光化学和蒽醌体系的理由，再重点讨论模型反应中可能的溶剂竞争以及 PVC 表征的证据边界，最后提出可以逐步证伪的机理与实验方案。封面只采用明确的 PVC 重复单元；乙基蒽醌的取代位置尚未提供，因此不补画未经确认的具体异构体结构。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分为四部分。首先介绍PVC含氯结构给化学回收带来的特殊问题；随后用PVC光氧化、PS二氯甲烷光裂解及PVC光催化文献建立研究依据。蒽醌只用一页说明选择理由。然后重点展示我们现有的模型实验与红外结果，讨论溶剂反应和证据局限。最后用可检验的工作假说连接这些现象，并给出按优先级推进的实验方案。这里的目标不是把所有路径画成一个已经成立的机制，而是找出下一步最能区分不同解释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 的特殊性来自其重复单元中的氯。研究回收时，不能只问材料是否变色或是否出现新峰，而应分别回答氯去了哪里、碳链是否变短，以及最终获得什么产物。热处理可能伴随 HCl 释放与复杂副反应，这为温和光化学提供了研究动机，但并不意味着光照天然更高效或更绿色，仍需实测能耗与物料平衡。后面的实验都将围绕脱氯、断链和产物三条证据线展开。Xu 等人在 Nature Reviews Methods Primers 2023 年的综述梳理了脱氯、裂解、功能化及溶剂加工等路径，支持将氯与碳骨架转化分开讨论，而不是预设单一路线最好。</a:t>
            </a:r>
          </a:p>
          <a:p/>
          <a:p>
            <a:r>
              <a:t>文献与来源：[1] Xu et al., Nat. Rev. Methods Primers 2023, 3, 44. DOI: 10.1038/s43586-023-00227-w</a:t>
            </a:r>
          </a:p>
          <a:p/>
          <a:p>
            <a:r>
              <a:t>左图来自Xu 2023 Fig.1，展示多种升级利用路径，不意味着这些路径都适用于本课题。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材料给出了异裂脱氯、均裂脱氯和脱氯化氢三类示意。它们对氯的去向和自由基形成的含义不同，因此不能把所有脱氯都等同于Cl·生成，也不能把C–Cl变化等同于C–C断裂。这里不再用键能大小直接推断365纳米下的实际光解。接下来的讨论分成三个独立问题：局部含氯结构怎样变化、氯以什么形态存在、聚合物链有没有变短。原示意图是用户材料中的机制分类，不作为我们体系已经发生某种路径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Gardette、Gaumet 和 Lemaire 的论文确实是 1989 年 Macromolecules 第22卷2576至2581页。作者在空气中以大于300纳米的光照射 PVC 薄膜，温度为60摄氏度，并结合红外去卷积、氨、胺、碱和水解等处理辨认氧化产物。图中是原文 Fig. 3，不是我们的实验结果。羧酸、酰氯和氯代酮等归属并非只依据一条峰，而是通过处理前后响应约束。论文提出自由基氧化及裂解图景，也讨论氯原子可能从局部环境逸出，但该讨论不能转述为已经在我们的 EAQ/DCE 体系直接测得 Cl·。它对本课题最重要的方法学启发，是让多个独立测量共同约束官能团和反应路径。</a:t>
            </a:r>
          </a:p>
          <a:p/>
          <a:p>
            <a:r>
              <a:t>文献与来源：[2] Gardette et al., Macromolecules 1989, 22, 2576–2581. DOI: 10.1021/ma00196a005; Fig.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上传的 Chen 等人2024年综述提供了明确的光化学依据：适当光照使 AQ 经激发和系间窜越到三重态，并可能通过电子转移或能量转移参与氧相关反应。综述第3.1.1节进一步讨论2-乙基蒽醌在供氢体和氧存在下生成过氧化氢的研究。这里展示的是综述 Fig. 2b 中转引的机理图，其原始来源为 Xu、Liang 和 Chen 2016 年的研究；我们没有获得该原始论文全文，所以不把综述转引当作已直接审阅原文。这个先例支持对激发态、供氢体和氧进行实验考察，但绝不能证明我们的乙基蒽醌已在 DCE 中生成相同物种。实际试剂的乙基位置也要以瓶签或产品信息确认。</a:t>
            </a:r>
          </a:p>
          <a:p/>
          <a:p>
            <a:r>
              <a:t>文献与来源：[4] Chen et al., Environ. Sci. Ecotechnol. 2024, 22, 100449. DOI: 10.1016/j.ese.2024.100449; Fig. 2b.</a:t>
            </a:r>
          </a:p>
          <a:p/>
          <a:p>
            <a:r>
              <a:t>本版仅此一页介绍AQ，避免把汇报重心移到蒽醌综述。试剂取代位置仍需确认。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补充的Su等人论文已核对首页题名、作者、年份及DOI，题为Photocracking of Polystyrene into Aromatic Products in CH2Cl2，Angewandte Chemie International Edition 2026，e5578835。标准反应采用10毫克PS、4毫升二氯甲烷、365纳米LED、1巴氧气以及30正负5摄氏度，无需外加光催化剂。图中是原文Fig. 5A、B的PBN捕获EPR及作者拟合，作者根据PBN–Cl·等归属与化学捕获证据支持氯自由基参与。正文还报告GPC变化及含氧中间体增强吸光，并提出Fig. 5J所示的自加速过程；机制图仍应称为作者提出的路径。最大15.9微摩尔每小时对应优化放大条件，不与标准10毫克体系混写。本课题采用DCE和乙基蒽醌，底物最终是PVC，因此不能直接继承其物种或机理。最直接的启发是补做无底物、无AQ与溶剂配对对照，排除含氯介质自身反应。</a:t>
            </a:r>
          </a:p>
          <a:p/>
          <a:p>
            <a:r>
              <a:t>文献与来源：[6] Su et al., Angew. Chem. Int. Ed. 2026, e5578835. DOI: 10.1002/anie.5578835; Fig. 5A–C,J.</a:t>
            </a:r>
          </a:p>
          <a:p/>
          <a:p>
            <a:r>
              <a:t>补充展示Fig.2D的GPC结果。标准反应与优化放大条件不同，不将15.9微摩尔每小时用于标准实验。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Qin等人在 Applied Catalysis B 2024年341卷123355中研究了碳点包埋Zr-MOF的PVC光转化。实验节2.5写明使用水相、300瓦氙灯和室温水浴；正文另说明PVC先经100摄氏度2小时热处理，因此不能将它描述成与我们的体系完全相同。图中分别为原文Fig. 3c和3f，提供氯离子和捕获对照。正文第6页报告60小时GPC数均分子量由22000降至528，但原始GPC图在SI Fig. S14，当前没有SI，不能声称已检查那张曲线。Fig. 4c,d有DMPO自旋捕获ESR，作者将活性归因于ROS相关路径。这个案例启发我们建立正交证据，却不能支持EAQ/DCE中的Cl·结论。PS/CH₂Cl₂论文在第7页独立呈现；两个体系不得混同。</a:t>
            </a:r>
          </a:p>
          <a:p/>
          <a:p>
            <a:r>
              <a:t>文献与来源：[5] Qin et al., Appl. Catal. B: Environ. 2024, 341, 123355. DOI: 10.1016/j.apcatb.2023.123355</a:t>
            </a:r>
          </a:p>
          <a:p/>
          <a:p>
            <a:r>
              <a:t>本页按氯离子、捕获剂和ESR三块展示。GPC数值是正文报告，未宣称核查过补充信息曲线。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由简单到复杂的设计有两个目的：首先让反应产物更容易解析，其次逐步增加与真实聚合物相关的结构复杂性。氯代烷烃可以帮助研究局部 C–Cl 和 C–H 化学，但模型有效与否要由实验决定。氯代石蜡增加了多位点反应和复杂结构，最后才进入 PVC 的长链和聚集态问题。不能因为模型没有得到目标产物，就直接判定 PVC 路线无效；也不能因为 PVC 的红外改变，就反过来宣称模型机理已经成立。</a:t>
            </a:r>
          </a:p>
          <a:p/>
          <a:p>
            <a:r>
              <a:t>文献与来源：研究路线为本课题方案；局部模型与聚合物光化学差异参见 [3] Huang &amp; Wang 2024。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这里展示实际使用的装置和记录条件。底物是 2-氯戊烷，使用乙基蒽醌、4 毫升二氯乙烷和 365 纳米光源，反应时间 6 小时，比较不同气氛。乙基蒽醌浓度按原记录为 5 毫克每毫升，没有额外推算或补写催化剂实际总量。温度、光功率、氧气流量和分析步骤还未提供，后续复现实验需要补全这些信息。特别是底物转化率的计算基准，必须在讨论机制之前先确认。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四个气氛条件下原稿记录了较高转化率，但这里刻意使用“已记录”这一表述。我们还没有 GC 或 GC-MS 原始文件、内标和校准信息，因此不能把这些数字直接解释为 2-氯戊烷真实发生了预期转化。图中不添加误差线，因为没有平行次数和标准差信息。原稿列出的二氯戊烷、四氯丁烷和氯乙酸等只能作为待核对的归属，不能直接画成确定产物结构。尤其需要排除溶剂产物和峰重叠，再建立底物消耗与产物生成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目前最值得追问的现象，是溶剂似乎比目标底物更明显地参与反应。这不是一个需要掩盖的异常，而是用来理解体系的重要入口。首先做无底物的 DCE 空白，看看同样的产物是否出现；其次核对底物峰和候选产物的标准品及碎片；第三，在控制光吸收、浓度和溶解性的条件下比较溶剂。乙腈中没有观察到相同产物，只能说明现有检测条件下存在差异，不能单独证明某个机制，也不能直接解释成零转化。</a:t>
            </a:r>
          </a:p>
          <a:p/>
          <a:p>
            <a:r>
              <a:t>文献与来源：用户补充材料与实验记录；表中解释均为本课题假说，非已证实文献结论。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图中是原稿的真实 FTIR 图片，没有重新生成或修改任何曲线。12 小时和 24 小时样品的羟基及 C–H 区域存在差异，但这些差异还受到样品厚度、基线、归一化和残留水分的影响。当前也没有同批反应前 PVC 的原始谱图，不能将某个峰的衰减直接归因于链断裂。后续应以相同取样和处理方式补齐空白与时间序列，再结合 SEC、氯平衡和产物分析。这里把证据限定在官能团变化层面，而不报告未测得的降解率。</a:t>
            </a:r>
          </a:p>
          <a:p/>
          <a:p>
            <a:r>
              <a:t>文献与来源：原始谱图：用户2026.10.17.pptx第9页；官能团鉴别方法参见 [2] Gardette 1989。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2-氯戊烷与 PVC 共享局部氯代碳结构，但长链环境、连续位点和物理状态都不同。PVC 的缺陷、添加剂和不饱和结构也可能影响光吸收，所以模型结果和聚合物结果不一致，并不一定矛盾。还要注意，365 纳米光子的能量不能脱离吸收概率和激发态过程来解释断键。即使某个键能小于光子能量，也不意味着这条键在实验中就直接光解。我们需要 UV–Vis 和波长对照，并结合反应中间体证据判断真正的激发与活化路径。</a:t>
            </a:r>
          </a:p>
          <a:p/>
          <a:p>
            <a:r>
              <a:t>文献与来源：[3] Huang &amp; Wang 2024, §3.1.4; [4] Chen 2024, §2.1–2.3。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明确分开三种证据等级。绿色的P自由基与氧形成过氧自由基以及后续氧化路径，是Gardette研究讨论的文献一般过程，并不表示我们的PVC样品已经检出这些中间体。橙色虚线是当前EAQ、DCE、氧和PVC之间的待验证联系。Cl·的来源与作用单列支路，既不由氯离子释放直接推出，也不由FTIR推出。左下角仅列现有模型分析记录和FTIR变化，避免把这些现象画成机制已成立的证据。接下来实验应优先证明引发环节和真实产物，再判断氧化是否伴随链长下降及AQ再生。</a:t>
            </a:r>
          </a:p>
          <a:p/>
          <a:p>
            <a:r>
              <a:t>文献与来源：[2] Gardette 1989（PVC一般氧化路径）；[4] Chen 2024（AQ光化学）；本体系虚线路径待证。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实验旨在分离必要条件。无底物实验尤其重要，因为它直接检验当前信号是不是来自溶剂。更换非氯溶剂时，需要同时检查溶解性和吸收，否则结果差异不能全部归因于氯。气氛对照应记录进气和反应条件，避免把传质效应解释为某类活性物种。波长和不同 AQ 的比较则要考虑实际光通量与吸光变化。上述实验应以定量的底物和产物数据为核心，而不是只记录是否出现某个峰。</a:t>
            </a:r>
          </a:p>
          <a:p/>
          <a:p>
            <a:r>
              <a:t>文献与来源：验证实验为本课题建议；光化学与介质效应背景 [3,4]，对照案例 [5]。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第二组实验针对核心机制证据。EPR 自旋捕获可以提供自由基信息，但捕获剂本身可能改变反应，因此要结合暗反应、无 AQ 和溶剂空白。GC-MS 需要标准品及定量校准，复杂氯代产物不能仅靠谱库分数给出确定结构。氯平衡要把不同相和回收损失纳入考虑。对 PVC 而言，SEC 或 GPC 是判断链长的重要手段，但只分析可溶部分会引入偏差，所以还要报告凝胶或不溶组分。只有这些结果相互约束，才能逐渐建立可接受的机理。</a:t>
            </a:r>
          </a:p>
          <a:p/>
          <a:p>
            <a:r>
              <a:t>文献与来源：验证实验为本课题建议；参照 [2] 官能团鉴别及 [5] Cl⁻、GPC、HPLC、ESR证据链。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目前最重要的成果是形成了可以追问的实验线索，而不是已经证明 PVC 高效降解。下一阶段首先核查模型反应，尤其是色谱、内标和 DCE 空白；之后再优化 2-氯己烷等底物。这里特意区分前期使用的 2-氯戊烷和后续计划中的 2-氯己烷，避免混写。只有简单体系的底物与产物关系清楚，才有意义拓展到氯代石蜡和 PVC。最终要用中间体、氯去向和链长变化来回答谁真正推动了反应，也允许实验否定原先提出的某些路径。</a:t>
            </a:r>
          </a:p>
          <a:p/>
          <a:p>
            <a:r>
              <a:t>文献与来源：本课题优先级方案；“已观察”“待验证”“文献一般过程”分级，不新增实验结果。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篇文献是已上传资料中可直接阅读的全文来源。第一篇支持含氯塑料升级利用的路径框架，第二篇提供经典PVC光氧化产物鉴别及机理讨论，第三篇支持聚合物结构、缺陷、交联和光化学效应的讨论，第四篇提供AQ激发态和ROS等性质的综述依据，第五篇提供PVC光催化的实验及证据链案例。Huang论文文件名写2023，但正式卷期为2024年62卷969至997页，已按正式卷期统一。参考文献的DOI均提供跳转链接；Gardette条目的DOI与用户配套PPT和文件标识对应，其余四篇首页直接列出DOI。新增第六篇Su等人的PS/二氯甲烷原始研究，已核对题名、作者、年份和DOI；AQ专门原始研究仍仅有综述转引，不能声称已取得其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以上是本次汇报。当前最希望获得讨论的是：在已有模型数据与 PVC 红外结果的基础上，应该优先选择哪些实验，才能最大程度地区分底物反应与溶剂副反应，并判断聚合物是否真正断链。我计划先完成分析方法和空白对照，再逐步推进活性物种与聚合物证据链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doi.org/10.1038/s43586-023-00227-w" TargetMode="External"/><Relationship Id="rId4" Type="http://schemas.openxmlformats.org/officeDocument/2006/relationships/hyperlink" Target="https://doi.org/10.1021/ma00196a005" TargetMode="External"/><Relationship Id="rId5" Type="http://schemas.openxmlformats.org/officeDocument/2006/relationships/hyperlink" Target="https://doi.org/10.1002/pol.20230322" TargetMode="External"/><Relationship Id="rId6" Type="http://schemas.openxmlformats.org/officeDocument/2006/relationships/hyperlink" Target="https://doi.org/10.1016/j.ese.2024.100449" TargetMode="External"/><Relationship Id="rId7" Type="http://schemas.openxmlformats.org/officeDocument/2006/relationships/hyperlink" Target="https://doi.org/10.1016/j.apcatb.2023.123355" TargetMode="External"/><Relationship Id="rId8" Type="http://schemas.openxmlformats.org/officeDocument/2006/relationships/hyperlink" Target="https://doi.org/10.1002/anie.5578835" TargetMode="Externa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课题组工作汇报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蒽醌参与的 PVC 光化学转化与降解机制探索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11111"/>
                </a:solidFill>
                <a:latin typeface="Microsoft YaHei"/>
              </a:defRPr>
            </a:pPr>
            <a:r>
              <a:t>从模型分子实验到聚合物降解的证据链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493776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3776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88920"/>
            <a:ext cx="2148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898648"/>
            <a:ext cx="192938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365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410712"/>
            <a:ext cx="1911095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乙基蒽醌 / O₂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3566160"/>
            <a:ext cx="548640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052560" y="2788920"/>
            <a:ext cx="23317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2898648"/>
            <a:ext cx="2112263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PVC转化？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410712"/>
            <a:ext cx="2093976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脱氯 · 氧化 · 断链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69848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报告人：佟可心    指导教师：孙再成 教授 / 李鹏飞 博士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984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2026年10月17日  /  课题探索阶段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围绕“活性物种从哪里来、PVC是否真正断链”展开探索。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汇报逻辑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汇报主线：从文献启发，走向可验证的实验问题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先说明为什么做，再讨论看到了什么，最后回答如何验证。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PVC含氯结构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脱氯与断链要分开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0088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38144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文献启发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光氧化与含氯介质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借鉴证据，不照搬机理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45936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前期探索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模型反应 + FTIR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保留现象，明确边界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05672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53728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机制验证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对照与证据链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判断反应是否成立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227832"/>
            <a:ext cx="214884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pic>
        <p:nvPicPr>
          <p:cNvPr id="31" name="Picture 30" descr="su_fig5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3249319"/>
            <a:ext cx="2267712" cy="450801"/>
          </a:xfrm>
          <a:prstGeom prst="rect">
            <a:avLst/>
          </a:prstGeom>
          <a:effectLst/>
        </p:spPr>
      </p:pic>
      <p:pic>
        <p:nvPicPr>
          <p:cNvPr id="32" name="Picture 31" descr="source_09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283" y="2779776"/>
            <a:ext cx="1738752" cy="1325880"/>
          </a:xfrm>
          <a:prstGeom prst="rect">
            <a:avLst/>
          </a:prstGeom>
          <a:effectLst/>
        </p:spPr>
      </p:pic>
      <p:pic>
        <p:nvPicPr>
          <p:cNvPr id="33" name="Picture 32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118" y="2779776"/>
            <a:ext cx="1422659" cy="1325880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研究逻辑：背景 → 文献 → 现象 → 假说 → 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研究背景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回收的难点：既要处理氯，也要利用碳骨架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含氯结构决定了回收过程不能只关注“材料消失”。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4465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2270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含氯塑料的升级利用路径</a:t>
            </a:r>
          </a:p>
        </p:txBody>
      </p:sp>
      <p:pic>
        <p:nvPicPr>
          <p:cNvPr id="13" name="Picture 12" descr="xu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05" y="2715768"/>
            <a:ext cx="5060189" cy="269748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360920" y="2194560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194560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258568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2788920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有机氯？Cl⁻？HCl？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813048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3813048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3877056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碳的去向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4407408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长链？小分子？高值产物？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研究目标：在温和条件下，把脱氯与碳骨架转化联系起来。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科学问题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脱氯不等于断链，也不一定生成游离 Cl·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先区分反应类型，再讨论活性物种。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10.1038/s43586-023-00227-w；反应示意图沿用用户原始材料。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4206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3986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三类脱氯路径</a:t>
            </a:r>
          </a:p>
        </p:txBody>
      </p:sp>
      <p:pic>
        <p:nvPicPr>
          <p:cNvPr id="13" name="Picture 12" descr="source_05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55" y="2724912"/>
            <a:ext cx="3011744" cy="281635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5120640" y="2194560"/>
            <a:ext cx="6492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258568"/>
            <a:ext cx="6272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需要分别验证的三个问题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6672" y="2761488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871216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C–Cl 如何变化？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66760" y="3547872"/>
            <a:ext cx="0" cy="237743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76672" y="3822191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931920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氯以什么形态离开？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4608576"/>
            <a:ext cx="0" cy="237744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76672" y="4882896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992624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 主链是否断裂？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关键科学问题：识别真实活性物种，并证明其与主链断裂的关系。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文献启发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光氧化文献表明：自由基路径需要多种证据支撑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Gardette 1989：FTIR、去卷积与化学处理相互印证。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[2] Gardette et al., Macromolecules 1989, 22, 2576–2581. DOI: 10.1021/ma00196a005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真实文献证据：化学处理前后谱图</a:t>
            </a:r>
          </a:p>
        </p:txBody>
      </p:sp>
      <p:pic>
        <p:nvPicPr>
          <p:cNvPr id="13" name="Picture 12" descr="gardette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232" y="2697480"/>
            <a:ext cx="2991743" cy="272491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作者提出的一般氧化路径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852928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链上自由基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3502152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3675887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85615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过氧 / 烷氧中间体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4434840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4608576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718304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氧化与可能裂解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文献支持自由基氧化，但不能直接证明本体系由 Cl· 主导。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光敏组分选择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乙基蒽醌只作为光敏候选：能否启动本体系，仍需实测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选择理由保留三点，不展开蒽醌综述。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[4] Chen et al., Environ. Sci. Ecotechnol. 2024, 22, 100449. DOI: 10.1016/j.ese.2024.100449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8640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26694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文献先例：光激发—供氢体—氧气</a:t>
            </a:r>
          </a:p>
        </p:txBody>
      </p:sp>
      <p:pic>
        <p:nvPicPr>
          <p:cNvPr id="13" name="Picture 12" descr="aq_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41" y="2743200"/>
            <a:ext cx="4652996" cy="248716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58368" y="5303520"/>
            <a:ext cx="5303520" cy="2560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96574"/>
                </a:solidFill>
                <a:latin typeface="Microsoft YaHei"/>
              </a:defRPr>
            </a:pPr>
            <a:r>
              <a:t>Chen 2024, Fig.2b；图中为文献2-乙基蒽醌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0487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40487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能吸光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4378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激发态可能参与反应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1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364991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可发生转移过程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80390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HAT / 电子转移 / 氧相关过程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2511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32511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必须设置对照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无EAQ、暗反应、吸收测试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AQ 提供反应入口；本体系的实际作用由对照实验判断。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含氯介质的启发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PS / CH₂Cl₂ 文献提示：含氯介质可能直接参与反应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10 mg PS、4 mL CH₂Cl₂、365 nm、O₂；无外加光催化剂。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[6] Su et al., Angew. Chem. Int. Ed. 2026, e5578835. DOI: 10.1002/anie.5578835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证据一：自旋捕获 EPR</a:t>
            </a:r>
          </a:p>
        </p:txBody>
      </p:sp>
      <p:pic>
        <p:nvPicPr>
          <p:cNvPr id="13" name="Picture 12" descr="su_fig5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510"/>
            <a:ext cx="5349240" cy="1554722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85800" y="4407408"/>
            <a:ext cx="52120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作者归属：PBN–Cl·及其他自由基信号</a:t>
            </a:r>
          </a:p>
        </p:txBody>
      </p:sp>
      <p:pic>
        <p:nvPicPr>
          <p:cNvPr id="15" name="Picture 14" descr="su_fig5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773" y="4846320"/>
            <a:ext cx="3449852" cy="68580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44652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证据二：GPC 与链长变化</a:t>
            </a:r>
          </a:p>
        </p:txBody>
      </p:sp>
      <p:pic>
        <p:nvPicPr>
          <p:cNvPr id="18" name="Picture 17" descr="su_g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2697480"/>
            <a:ext cx="2514600" cy="2212848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6675120" y="5074920"/>
            <a:ext cx="466344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5121B"/>
                </a:solidFill>
                <a:latin typeface="Microsoft YaHei"/>
              </a:defRPr>
            </a:pPr>
            <a:r>
              <a:t>不能照搬：PS ≠ PVC；CH₂Cl₂ ≠ DCE。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含氯溶剂不能默认惰性，必须先排查溶剂本身的反应。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PVC 转化的证据设计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光催化先例的启发：氯、自由基与链长要同时追踪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Qin 2024 是水相 CDs/Zr-MOF 体系，不能照搬为 EAQ / DCE 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[5] Qin et al., Appl. Catal. B: Environ. 2024, 341, 123355. DOI: 10.1016/j.apcatb.2023.123355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Cl⁻释放 / 转化</a:t>
            </a:r>
          </a:p>
        </p:txBody>
      </p:sp>
      <p:pic>
        <p:nvPicPr>
          <p:cNvPr id="13" name="Picture 12" descr="qin_fig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70" y="2798064"/>
            <a:ext cx="2580250" cy="2304288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438912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捕获剂对照</a:t>
            </a:r>
          </a:p>
        </p:txBody>
      </p:sp>
      <p:pic>
        <p:nvPicPr>
          <p:cNvPr id="16" name="Picture 15" descr="qin_fig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78" y="2798064"/>
            <a:ext cx="2595794" cy="2304288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822960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ESR自旋捕获</a:t>
            </a:r>
          </a:p>
        </p:txBody>
      </p:sp>
      <p:pic>
        <p:nvPicPr>
          <p:cNvPr id="19" name="Picture 18" descr="qin_es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882" y="2798064"/>
            <a:ext cx="2122147" cy="2304288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85800" y="5276088"/>
            <a:ext cx="10789920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另有正文 GPC 与 HPLC 报告；GPC原曲线位于尚未上传的补充信息。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借鉴的是证据链：Cl⁻ + 自由基 + 分子量 + 产物，而不是一条谱图。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03  研究策略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本课题采用由简单到复杂的路线，先确认局部反应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模型分子有助于解析产物，但不能完整替代聚合物。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本课题路线；模型局限参见 [3] Huang &amp; Wang 2024。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乙基蒽醌光体系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光 / 气氛 / 介质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识别底物与溶剂产物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64224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增加含氯位点复杂度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72016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016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验证脱氯与主链断裂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92624"/>
            <a:ext cx="1078992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共同判据：产物真实、分析可重复、物料去向清楚。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先证明模型反应，再把证据带到 PVC；不跨层级下结论。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前期实验：用 2-氯戊烷考察光照体系中的反应行为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已开展条件与缺失信息分开呈现。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实验条件与照片：用户原始PPT第8页。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206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01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真实实验装置</a:t>
            </a:r>
          </a:p>
        </p:txBody>
      </p:sp>
      <p:pic>
        <p:nvPicPr>
          <p:cNvPr id="13" name="Picture 12" descr="source_08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0845"/>
            <a:ext cx="3291840" cy="1824949"/>
          </a:xfrm>
          <a:prstGeom prst="rect">
            <a:avLst/>
          </a:prstGeom>
          <a:effectLst/>
        </p:spPr>
      </p:pic>
      <p:pic>
        <p:nvPicPr>
          <p:cNvPr id="14" name="Picture 13" descr="source_08_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822" y="2743200"/>
            <a:ext cx="789834" cy="1920240"/>
          </a:xfrm>
          <a:prstGeom prst="rect">
            <a:avLst/>
          </a:prstGeom>
          <a:effectLst/>
        </p:spPr>
      </p:pic>
      <p:pic>
        <p:nvPicPr>
          <p:cNvPr id="15" name="Picture 14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282" y="4709160"/>
            <a:ext cx="853595" cy="795528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已记录基准条件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80760" y="2761488"/>
          <a:ext cx="5532119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77639"/>
              </a:tblGrid>
              <a:tr h="4450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实验记录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底物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2-氯戊烷，0.5 mmol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光敏组分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乙基蒽醌，5 mg/mL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DCE，4 mL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光照 / 时间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365 nm，6 h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 / O₂鼓泡 / N₂ / 空气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先明确实际反应条件，再判断“转化率”代表什么。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模型结果：已有转化记录，目标产物与定量仍待确认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无平行实验信息，不添加误差线；定性检出不等同于收率。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实验数据：用户原始PPT第8页；内标、校准和定量方法尚未提供。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2760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0566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已记录的转化率 / 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6072" y="2770632"/>
          <a:ext cx="5230368" cy="26609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6236208" y="2194560"/>
            <a:ext cx="537667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258568"/>
            <a:ext cx="515721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候选产物：原始定性记录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2770632"/>
          <a:ext cx="537667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  <a:gridCol w="914400"/>
                <a:gridCol w="758952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二氯戊烷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四氯丁烷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氯乙酸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未知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O₂鼓泡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乙腈/各气氛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乙腈/2.5mmol 2-CP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91072" y="5504688"/>
            <a:ext cx="53035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96574"/>
                </a:solidFill>
                <a:latin typeface="Microsoft YaHei"/>
              </a:defRPr>
            </a:pPr>
            <a:r>
              <a:t>符号与缩写沿用原记录；具体结构和峰归属待核对。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现阶段不能把底物转化率写成脱氯率、目标产物收率或 PVC 降解率。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问题分析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关键异常：观察到的产物，可能首先来自溶剂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把“现象—解释—验证”连起来，避免直接认定机理。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观察来自用户补充指令与原记录；下述解释均为待验证假说。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观察到什么？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目标产物尚不明确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出现DCE相关候选产物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乙腈中未见同类明确产物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可能为什么？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溶剂参与竞争反应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底物未有效活化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检测窗口或归属有局限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怎样区分？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标准品 + 内标校准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配对溶剂 / 光吸收测试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384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最先要排除的解释：把含氯溶剂的反应，误认为目标底物的降解。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PVC 初步表征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的 FTIR 已出现变化，但主链是否断裂仍未知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比较12 h与24 h；保留原始谱线和图例，不重绘数据。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真实谱图：用户原始PPT第9页；官能团鉴别方法参考 [2] Gardette 1989。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6476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4282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原始 FTIR 谱图</a:t>
            </a:r>
          </a:p>
        </p:txBody>
      </p:sp>
      <p:pic>
        <p:nvPicPr>
          <p:cNvPr id="13" name="Picture 12" descr="source_09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17" y="2697480"/>
            <a:ext cx="3717332" cy="283464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635240" y="2194560"/>
            <a:ext cx="3977639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7" y="2258568"/>
            <a:ext cx="3758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可以说 / 不能说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852928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可以描述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3337560"/>
            <a:ext cx="3639312" cy="7680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–OH、C–H及指纹区变化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仍需统一基线与归一化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4288536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5121B"/>
                </a:solidFill>
                <a:latin typeface="Microsoft YaHei"/>
              </a:defRPr>
            </a:pPr>
            <a:r>
              <a:t>不能单凭此图认定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4782312"/>
            <a:ext cx="3639312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分子量下降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有效断链 / 完全降解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当前证据是“结构信号改变”，不是“PVC 已被有效降解”。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模型与聚合物的边界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小分子与 PVC 的差异，要从结构、吸光和相态解释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不能只比较 C–Cl 键能，就判断谁更容易在365 nm下反应。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[3] Huang &amp; Wang, J. Polym. Sci. 2024, 62, 969–997. DOI: 10.1002/pol.20230322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2-氯戊烷：局部模型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663440" cy="6400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CH₃–CH(Cl)–CH₂–CH₂–CH₃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局部C–Cl / C–H反应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产物较易识别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吸光与溶剂反应需要测量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PVC：连续链与聚集态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62072"/>
            <a:ext cx="457200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39312"/>
            <a:ext cx="457200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连续位点与缺陷结构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溶胀、界面及O₂扩散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氧化、交联与断链可能竞争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310128"/>
            <a:ext cx="50292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B5121B"/>
                </a:solidFill>
                <a:latin typeface="Microsoft YaHei"/>
              </a:defRPr>
            </a:pPr>
            <a:r>
              <a:t>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模型用于拆解局部化学，PVC 必须用聚合物证据单独验证。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06  机理假说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工作假说：活性物种参与氧化，能否进一步推动主链断裂？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实线为文献一般路径；虚线为本体系待验证联系。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[2] PVC一般氧化路径；[4] AQ光化学；[6] PS/CH₂Cl₂；不代表本体系已证实。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04288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14016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EAQ + hν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26080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激发态形成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04288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414016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底物 / DCE / O₂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926080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竞争反应？活性种？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04288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7" y="2414016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PVC链上 P·？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926080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引发来源待确认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2807208"/>
            <a:ext cx="850392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2807208"/>
            <a:ext cx="850392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4360" y="4215384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325112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Cl·来源与作用？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37176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不能由Cl⁻释放直接推出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215384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325112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P· + O₂ → POO·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837176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文献一般氧化过程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4215384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7" y="4325112"/>
            <a:ext cx="270662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含氧中间体 / 裂解？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4837176"/>
            <a:ext cx="2688336" cy="34747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需产物与链长证据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12680" y="3419856"/>
            <a:ext cx="0" cy="365759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035040" y="3785615"/>
            <a:ext cx="3977640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35040" y="3785615"/>
            <a:ext cx="0" cy="320041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89520" y="4718304"/>
            <a:ext cx="850392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057400" y="3685032"/>
            <a:ext cx="0" cy="420624"/>
          </a:xfrm>
          <a:prstGeom prst="line">
            <a:avLst/>
          </a:prstGeom>
          <a:ln w="21590">
            <a:solidFill>
              <a:srgbClr val="B5121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385816"/>
            <a:ext cx="10789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96574"/>
                </a:solidFill>
                <a:latin typeface="Microsoft YaHei"/>
              </a:defRPr>
            </a:pPr>
            <a:r>
              <a:t>未闭合：EAQ再生、Cl·来源、氧化与断链的因果关系、氯/碳平衡。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关键科学问题：谁启动反应，谁推动断链，如何分别证明？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实验验证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第一轮验证：先判断光、EAQ、溶剂和氧是否必要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一次只改变一个主要因素，所有组使用同一套定量分析。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本课题实验建议；含氯介质参与的文献启发见 [6] Su 2026。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光照 / 暗反应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是不是光驱动？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底物与产物定量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有 / 无 EAQ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EAQ是否真正必要？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同时做无底物空白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DCE / 非氯溶剂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介质是否参与反应？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控制溶解性与吸光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O₂ / N₂ / 空气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氧改变了哪条路径？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记录气体条件与温度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先确认必要条件和真实产物，再进入自由基机制归属。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证据链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第二轮验证：让自由基、氯去向与链长测量互相约束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某一个捕获剂抑制反应，不足以单独证明完整机理。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方法启发：[2] 化学鉴别；[5] Cl⁻/ESR/GPC/产物；[6] 捕获与GPC。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自由基 / 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EPR + 捕获对照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识别物种，不只看抑制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16936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11296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11296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Cl⁻ + 总氯 / 有机氯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考虑液、固、气三相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33872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28232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2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链长变化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SEC/GPC + 凝胶分数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避免只测可溶部分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50808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45168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45168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产物与结构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GC-MS + FTIR等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标准品与物料平衡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85232"/>
            <a:ext cx="1078992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共同约束：重复性、回收率、选择性与分析干扰。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只有“物种—物料—链长”证据闭环，才能支持主链断裂的机制解释。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08  研究计划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下一步：先核对模型反应，再推进复杂底物与 PVC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每一步设置明确的通过判据，不以“更高转化率”代替真实进展。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确认分析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标准品 / 内标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先知道信号来自谁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8376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56432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优化模型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2-氯己烷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溶剂 / 光照 / 气氛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找到可重复的反应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64224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扩展底物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氯代石蜡 → PVC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控制相态与传质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检验模型可迁移性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72016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建立机制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EPR / 氯平衡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SEC与产物分析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接受或否定关键步骤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近期优先任务：可靠产物定量 + 溶剂空白 + PVC 分子量证据。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参考文献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主要参考文献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六篇已上传论文；DOI可点击，文献图均注明来源。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DOI文本已按资料核对；未另行验证所有在线落地页。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0312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Xu, S.; Han, Z.; et al.  Nat. Rev. Methods Primers 2023, 3, 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Upcycling chlorinated waste plastics.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2374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3"/>
              </a:rPr>
              <a:t>https://doi.org/10.1038/s43586-023-00227-w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688336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88336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Gardette, J.-L.; Gaumet, S.; Lemaire, J.  Macromolecules 1989, 22, 2576–2581.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98648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Photooxidation of poly(vinyl chloride). 1. A reexamination of the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4"/>
              </a:rPr>
              <a:t>https://doi.org/10.1021/ma00196a005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273552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73552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Huang, Z.; Wang, H.  J. Polym. Sci. 2024, 62, 969–997.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 review on photochemical effects of common plastics and their related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94176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5"/>
              </a:rPr>
              <a:t>https://doi.org/10.1002/pol.20230322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858768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58768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Chen, C.-X.; Yang, S.-S.; et al.  Environ. Sci. Ecotechnol. 2024, 22, 100449.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Anthraquinones-based photocatalysis: A comprehensive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9392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6"/>
              </a:rPr>
              <a:t>https://doi.org/10.1016/j.ese.2024.100449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443983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43983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Qin, J.; Dou, Y.; et al.  Appl. Catal. B: Environ. 2024, 341, 123355.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54296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Encapsulation of carbon-nanodots into metal-organic frameworks for boosting photocatalytic upcycling of polyvinyl chloride plastic.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64607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7"/>
              </a:rPr>
              <a:t>https://doi.org/10.1016/j.apcatb.2023.123355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02920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20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Su, K.; Gao, T.; Liu, H.; et al.  Angew. Chem. Int. Ed. 2026, e5578835.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3951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Photocracking of Polystyrene into Aromatic Products in CH₂Cl₂.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4982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8"/>
              </a:rPr>
              <a:t>https://doi.org/10.1002/anie.5578835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文献提供可借鉴的方法与路径，本课题结论仍以自己的实验证据为准。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总结与讨论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总结：已有探索线索，下一步要把证据链补齐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感谢聆听，敬请各位老师批评指正。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41448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为什么做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04872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PVC的含氯结构，要求脱氯与碳骨架转化一起考虑。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83279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目前看到什么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346703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模型分析与FTIR已有现象，但尚未证明有效链断裂。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61104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325112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接下来怎么做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288536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先查溶剂与产物，再用自由基、氯平衡和链长验证。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希望讨论：哪一组关键实验，能最快区分溶剂副反应与 PVC 真正断链？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